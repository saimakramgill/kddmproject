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KDDM Ice Hockey Talent Scouting — Phase I</a:t>
            </a:r>
          </a:p>
          <a:p>
            <a:r>
              <a:rPr sz="1400">
                <a:solidFill>
                  <a:srgbClr val="DCE6F1"/>
                </a:solidFill>
              </a:rPr>
              <a:t>Data preprocessing, cleaning and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2400" b="1">
                <a:solidFill>
                  <a:srgbClr val="0F4C81"/>
                </a:solidFill>
              </a:rPr>
              <a:t>Group 174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</a:rPr>
              <a:t>Muhammad Saim Akram   ·   Matriculation 12344542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</a:rPr>
              <a:t>Zamarak Sufyan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400" b="0">
                <a:solidFill>
                  <a:srgbClr val="556575"/>
                </a:solidFill>
              </a:rPr>
              <a:t>Knowledge Discovery and Data Mining   ·  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0">
                <a:solidFill>
                  <a:srgbClr val="556575"/>
                </a:solidFill>
              </a:rPr>
              <a:t>Files we submit:  Phase1_DataCleaning.ipynb   ·   data/newdata/master_merged.csv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Approach — turning 7 messy files into 1 clean table</a:t>
            </a:r>
          </a:p>
          <a:p>
            <a:r>
              <a:rPr sz="1400">
                <a:solidFill>
                  <a:srgbClr val="DCE6F1"/>
                </a:solidFill>
              </a:rPr>
              <a:t>Phase I · Group 174 · Muhammad Saim Akram (12344542), Zamarak Sufyan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2A44"/>
                </a:solidFill>
              </a:rPr>
              <a:t>• We have 10,000 ice hockey players spread across 7 files in 5 different formats. The goal of Phase 1 is just to clean the data — we don't have the answer column yet.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2A44"/>
                </a:solidFill>
              </a:rPr>
              <a:t>• Our plan: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556575"/>
                </a:solidFill>
              </a:rPr>
              <a:t>– 1. Load each of the 7 files using the right pandas function for its format.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556575"/>
                </a:solidFill>
              </a:rPr>
              <a:t>– 2. Look at each file (shape, head, missing values) before changing anything.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556575"/>
                </a:solidFill>
              </a:rPr>
              <a:t>– 3. Clean each file on its own (rename, fix types, fix units).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556575"/>
                </a:solidFill>
              </a:rPr>
              <a:t>– 4. Combine all the files into one big master table using IDs and names.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556575"/>
                </a:solidFill>
              </a:rPr>
              <a:t>– 5. Fill in the missing values where it makes sense.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556575"/>
                </a:solidFill>
              </a:rPr>
              <a:t>– 6. Make some plots to understand the data.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2A44"/>
                </a:solidFill>
              </a:rPr>
              <a:t>• Tools we used: pandas, numpy, matplotlib. Plus a small function we wrote to convert Roman numerals to normal numbers.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2A44"/>
                </a:solidFill>
              </a:rPr>
              <a:t>• Final result: data/newdata/master_merged.csv with 10,000 rows × 55 columns, and 6 plots saved in docs/figures/.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6575"/>
                </a:solidFill>
              </a:rPr>
              <a:t>1 / 8 —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Preprocessing 1 — Fixing the weird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identity_card_0 had three problems we had to fix one by one: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6575"/>
                </a:solidFill>
              </a:rPr>
              <a:t>– The column names were in Latin (praenomen, cognomen, ...). We made a small dictionary to rename them.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6575"/>
                </a:solidFill>
              </a:rPr>
              <a:t>– The international_id was in Roman numerals (like CCLXXV = 275). We wrote a small function that walks through each letter.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6575"/>
                </a:solidFill>
              </a:rPr>
              <a:t>– Some names ended with -ius or -us (Keithus, Alleeius). We removed those endings so the names match the other files.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medical_information.xlsx had a broken header: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6575"/>
                </a:solidFill>
              </a:rPr>
              <a:t>– The first row was metadata, the real column names were in another row, and 'medical_id' was alone in a different cell.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6575"/>
                </a:solidFill>
              </a:rPr>
              <a:t>– We re-read the file with header=None and built the column names by hand.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The height column was a mix of cm and m ("1.79m" vs "180.1135cm"). We wrote a small function that checks the ending and converts everything to cm.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weight had a 'kg' suffix sometimes; body_fat_percentage had '%' sometimes. We stripped them off and converted to numbers.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return_date came in 3 different formats. pd.to_datetime with errors='coerce' handles all of them.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There was a typo in performance.tsv: 'penality_minutes' instead of 'penalty_minutes'. We renamed the column.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6575"/>
                </a:solidFill>
              </a:rPr>
              <a:t>2 / 8 — Preprocessing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Preprocessing 2 — Making things consistent and joining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Making values consistent: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gender had values like 'm', 'male', 'M'. We mapped them all to 'male', 'female', or 'other'.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nationality was written like 'austria', 'Austria', 'AUSTRIA'. We just lowercased everything.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fitness_level had the literal string 'Nan' instead of a real missing value. We replaced it with np.nan, then lowercased.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captain and won_championship were stored as object with mixed True/False/strings. We mapped them to real booleans.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Some ages were over 400 years old. We set anything above 60 to NaN. Draft years before 1960 were also fixed (NHL drafts started in 1963).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Joining the tables (we used left joins so we keep all 10,000 players):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identity = identity_0 stacked on top of identity_1 = 10,000 rows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Then we joined performance, contracts and scouting using international_id.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Then we joined medical using medical_id.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moms_notes has NO id column, so we built a name_key from lowercase first_name + last_name. 9,815 of our 9,818 keys matched.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Columns we dropped because they have no hockey meaning: eye_color, stuffed_animal_name, favourite_board_game, favourite_child_info, favourite_tv_show, favourite_food, physician_signature, first_name, last_name, medical_id, jersey_number, shoe_size.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Final shape: 10,000 rows × 55 columns.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6575"/>
                </a:solidFill>
              </a:rPr>
              <a:t>3 / 8 —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Relationships 1 — Which columns move together?</a:t>
            </a:r>
          </a:p>
        </p:txBody>
      </p:sp>
      <p:pic>
        <p:nvPicPr>
          <p:cNvPr id="3" name="Picture 2" descr="fig03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9494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A correlation tells us how two columns move together. +1 = they go up together, -1 = one goes up when the other goes down, 0 = no relation.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The strongest pairs we found: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+0.88   power_play_goals and goals — makes sense, most goals happen on power plays.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+0.75   pass_completion_rate and passes_completed — also makes sense, they measure related things.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+0.69   games_missed_due_to_injury and assists — this is unexpected and worth looking at in Phase 2.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+0.51   passes_completed and puck_possession_time — the more you have the puck, the more you can pass.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There is a small block of weak correlations between penalty time, injuries and time on ice — could be interesting.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6575"/>
                </a:solidFill>
              </a:rPr>
              <a:t>4 / 8 —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Relationships 2 — Position separates the players cleanly</a:t>
            </a:r>
          </a:p>
        </p:txBody>
      </p:sp>
      <p:pic>
        <p:nvPicPr>
          <p:cNvPr id="3" name="Picture 2" descr="fig04_goals_vs_assists_by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9494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Each dot is one player. The colors show their position. Goalies are clearly different from everyone else — they sit near (0, 0) because they don't score goals.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Forwards (centre, left wing, right wing) spread out to the upper-right (more goals and assists). Defenders sit between forwards and goalies.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This is why we used position-aware imputation later — filling a goalie's missing height with the overall median would be wrong.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We also checked the derived columns: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pass_completion_rate matches goals/passes_attempted on every row. Good.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shooting_percentage disagrees with goals/num_of_shots in 9,511 of 9,963 rows. Worst case is about 87 percent off.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So pass_completion_rate is trustworthy, but shooting_percentage is broken. We'll re-derive it in Phase 2 if we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6575"/>
                </a:solidFill>
              </a:rPr>
              <a:t>5 / 8 —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Cleaning 1 — Dealing with missing values</a:t>
            </a:r>
          </a:p>
        </p:txBody>
      </p:sp>
      <p:pic>
        <p:nvPicPr>
          <p:cNvPr id="3" name="Picture 2" descr="fig05_missing_per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9494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Interesting finding: the SAME 37 players are missing in every file. This is not random — they just have no data anywhere. We kept those rows but did not invent data for them.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Three groups of missing columns: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56575"/>
                </a:solidFill>
              </a:rPr>
              <a:t>– About 8,518 rows missing medical_information — only injured players have one. We leave it as NaN.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56575"/>
                </a:solidFill>
              </a:rPr>
              <a:t>– About 1,000 - 2,500 rows missing free-text columns like scout_notes and personal_notes — we leave them for Phase 2.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56575"/>
                </a:solidFill>
              </a:rPr>
              <a:t>– Exactly 37 rows missing across all feature columns — the structural cohort from above.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How we filled in the missing values: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56575"/>
                </a:solidFill>
              </a:rPr>
              <a:t>– Body-related columns (height, weight, body fat, sprint time): we used the MEDIAN of the same position. Defenders and goalies have different body shapes.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56575"/>
                </a:solidFill>
              </a:rPr>
              <a:t>– Other numeric columns (age, draft_year, salary, etc.): we used the column median.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56575"/>
                </a:solidFill>
              </a:rPr>
              <a:t>– Categorical columns (dominant_hand, fitness_level): we used the most common value (mode) for the same position.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56575"/>
                </a:solidFill>
              </a:rPr>
              <a:t>– Free text (scout_notes, medical_information, personal_notes): we left as NaN — we can deal with text in Phase 2 if we want.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6575"/>
                </a:solidFill>
              </a:rPr>
              <a:t>6 / 8 — Cleaning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Cleaning 2 — Outliers and impossible values</a:t>
            </a:r>
          </a:p>
        </p:txBody>
      </p:sp>
      <p:pic>
        <p:nvPicPr>
          <p:cNvPr id="3" name="Picture 2" descr="fig06_outlier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9494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Impossible values we fixed BEFORE filling in missing values (so the medians don't get poisoned):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age &gt; 60 → NaN. The raw max was around 455 years old.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draft_year &lt; 1960 → NaN. NHL drafts started in 1963. We found 40 rows like this.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age_in_years column dropped — it disagreed with age by up to 430 years in some rows.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Outlier check using the IQR rule (anything more than 1.5 × IQR from the box is an outlier):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We checked shooting_percentage, salary, time_on_ice, sprint_time, weight.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556575"/>
                </a:solidFill>
              </a:rPr>
              <a:t>– We just flagged the outliers — we did NOT drop them, because the brief says some are intentional.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Height after cleaning goes from 131.6 to 309 cm. The 309 cm record is clearly a unit-confusion mistake — we should flag this for Phase 2.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Joke / distractor columns we removed: 3 columns in moms_notes were 100% empty (favourite_child_info, favourite_tv_show, favourite_food). physician_signature had values like 'Dr. House' and 'Doctor Strange'.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6575"/>
                </a:solidFill>
              </a:rPr>
              <a:t>7 / 8 — Cleaning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we found in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The same 37 players are missing in every file. This is not random — they have no data anywhere. We kept these rows in the master table instead of dropping them.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identity_card_0 needed three independent fixes for one 888-row file: Latin column names, Roman numeral IDs, and Latin name endings. Each one needed its own small function.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medical_information.xlsx had a broken header — the first row was junk, the real column names were in another row. We had to re-read the file and build the column names by hand.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pass_completion_rate is consistent (matches passes_completed / passes_attempted), but shooting_percentage is NOT — 9,511 of 9,963 rows disagree by more than 1 percent.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Goalies form a clear cluster near (0, 0) on goals vs assists — one scatter plot separates the positions. This is why we used position-aware imputation.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Salary is very right-skewed (most are small, a few are huge). On a log scale it looks normal. We will log-transform it before modeling in Phase 2.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Distractor / joke columns confirmed: 3 moms_notes columns are 100% empty, physician_signature has joke values. We dropped them and 9 other useless columns.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Final master: 10,000 rows × 55 columns. All 6 figures were made by the same notebook, so the work is reproducible.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6575"/>
                </a:solidFill>
              </a:rPr>
              <a:t>8 / 8 —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